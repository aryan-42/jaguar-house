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C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LAND ROVER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Jaguar</a:t>
            </a:r>
            <a:endParaRPr lang="en-US" sz="7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Employee Onboarding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3493008"/>
            <a:ext cx="3200400" cy="27432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next-generation onboarding prototype built on Next.js, React Three Fiber, and Framer Motion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2331720"/>
            <a:ext cx="3291840" cy="164592"/>
          </a:xfrm>
          <a:prstGeom prst="rect">
            <a:avLst/>
          </a:prstGeom>
          <a:solidFill>
            <a:srgbClr val="B9965A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457200"/>
            <a:ext cx="1371600" cy="2011680"/>
          </a:xfrm>
          <a:prstGeom prst="rect">
            <a:avLst/>
          </a:prstGeom>
          <a:solidFill>
            <a:srgbClr val="0F1F1A"/>
          </a:solidFill>
          <a:ln w="12700">
            <a:solidFill>
              <a:srgbClr val="B99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822960"/>
            <a:ext cx="914400" cy="1645920"/>
          </a:xfrm>
          <a:prstGeom prst="rect">
            <a:avLst/>
          </a:prstGeom>
          <a:solidFill>
            <a:srgbClr val="0F1F1A"/>
          </a:solidFill>
          <a:ln w="12700">
            <a:solidFill>
              <a:srgbClr val="B996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005840"/>
            <a:ext cx="822960" cy="1463040"/>
          </a:xfrm>
          <a:prstGeom prst="rect">
            <a:avLst/>
          </a:prstGeom>
          <a:solidFill>
            <a:srgbClr val="0F1F1A"/>
          </a:solidFill>
          <a:ln w="12700">
            <a:solidFill>
              <a:srgbClr val="B996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2926080"/>
            <a:ext cx="822960" cy="164592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200400"/>
            <a:ext cx="1280160" cy="13716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3017520"/>
            <a:ext cx="822960" cy="18288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60020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60920" y="182880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58200" y="201168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370332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1" name="Shape 19"/>
          <p:cNvSpPr/>
          <p:nvPr/>
        </p:nvSpPr>
        <p:spPr>
          <a:xfrm>
            <a:off x="7223760" y="388620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58200" y="384048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4617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CHECKPOINTS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onboarding falls flat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77724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45920"/>
            <a:ext cx="2514600" cy="301752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28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9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1051560" y="2788920"/>
            <a:ext cx="1417320" cy="27432"/>
          </a:xfrm>
          <a:prstGeom prst="rect">
            <a:avLst/>
          </a:prstGeom>
          <a:solidFill>
            <a:srgbClr val="B9965A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hires decide to leave within the first 90 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State of the Global Workplace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19272" y="1645920"/>
            <a:ext cx="2514600" cy="301752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56432" y="1828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9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3867912" y="2788920"/>
            <a:ext cx="1417320" cy="27432"/>
          </a:xfrm>
          <a:prstGeom prst="rect">
            <a:avLst/>
          </a:prstGeom>
          <a:solidFill>
            <a:srgbClr val="B9965A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organisations say their onboarding is focused on paperwork, not people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0712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Sapling HR Research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35624" y="1645920"/>
            <a:ext cx="2514600" cy="301752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72784" y="1828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9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5200" dirty="0"/>
          </a:p>
        </p:txBody>
      </p:sp>
      <p:sp>
        <p:nvSpPr>
          <p:cNvPr id="20" name="Shape 18"/>
          <p:cNvSpPr/>
          <p:nvPr/>
        </p:nvSpPr>
        <p:spPr>
          <a:xfrm>
            <a:off x="6684264" y="2788920"/>
            <a:ext cx="1417320" cy="27432"/>
          </a:xfrm>
          <a:prstGeom prst="rect">
            <a:avLst/>
          </a:prstGeom>
          <a:solidFill>
            <a:srgbClr val="B9965A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remain after one year with a structured onboarding experience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7064" y="4160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SHRM Foundation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Drive. Stop. Learn.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9436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joiner takes the wheel of a Jaguar F-TYPE and drives through a virtual version of Jaguar House. Each onboarding module lives at a physical location on campus — when you arrive, you complete it interactively before driving 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2542032" cy="219456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" y="367588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mapped to real campus locations. Progress feels physical, not just digital.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06040"/>
            <a:ext cx="45720" cy="219456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19272" y="2606040"/>
            <a:ext cx="2542032" cy="219456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83864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83864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367588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stop has scenarios, choices, and checks — not slides to click through.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9272" y="2606040"/>
            <a:ext cx="45720" cy="219456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5624" y="2606040"/>
            <a:ext cx="2542032" cy="219456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0216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0216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0216" y="367588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adapts to role, focus track, region, and manager — from day one.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35624" y="2606040"/>
            <a:ext cx="45720" cy="2194560"/>
          </a:xfrm>
          <a:prstGeom prst="rect">
            <a:avLst/>
          </a:prstGeom>
          <a:solidFill>
            <a:srgbClr val="B9965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stages, one continuous flow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86868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828800"/>
            <a:ext cx="7772400" cy="36576"/>
          </a:xfrm>
          <a:prstGeom prst="rect">
            <a:avLst/>
          </a:prstGeom>
          <a:solidFill>
            <a:srgbClr val="B9965A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6656" y="1664208"/>
            <a:ext cx="329184" cy="329184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1508760" cy="260604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2677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Landing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brand arrival. Sets the Jaguar tone from first load.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22576" y="1664208"/>
            <a:ext cx="329184" cy="329184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5" name="Text 13"/>
          <p:cNvSpPr/>
          <p:nvPr/>
        </p:nvSpPr>
        <p:spPr>
          <a:xfrm>
            <a:off x="2322576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2148840"/>
            <a:ext cx="1508760" cy="260604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40280" y="22677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Cockpit 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274320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enters their details and focus track. Feels like the driver's seat.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68496" y="1664208"/>
            <a:ext cx="329184" cy="329184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0" name="Text 18"/>
          <p:cNvSpPr/>
          <p:nvPr/>
        </p:nvSpPr>
        <p:spPr>
          <a:xfrm>
            <a:off x="3968496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94760" y="2148840"/>
            <a:ext cx="1508760" cy="260604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86200" y="22677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Drive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274320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Free-roam third-person drive through Jaguar House district.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1664208"/>
            <a:ext cx="329184" cy="329184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5" name="Text 23"/>
          <p:cNvSpPr/>
          <p:nvPr/>
        </p:nvSpPr>
        <p:spPr>
          <a:xfrm>
            <a:off x="5614416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2148840"/>
            <a:ext cx="1508760" cy="260604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22677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Checkpoints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274320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lives at a physical stop: HR, Safety, Training, Compliance, Team, Benefits.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0336" y="1664208"/>
            <a:ext cx="329184" cy="329184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30" name="Text 28"/>
          <p:cNvSpPr/>
          <p:nvPr/>
        </p:nvSpPr>
        <p:spPr>
          <a:xfrm>
            <a:off x="7260336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2148840"/>
            <a:ext cx="1508760" cy="260604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78040" y="226771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Handover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274320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summary with decisions made, XP earned, and next steps.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checkpoints, six stories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77724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54480"/>
            <a:ext cx="2542032" cy="146304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54480"/>
            <a:ext cx="45720" cy="146304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Gallery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Introduction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04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Badge, access, day-one essentials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9272" y="1554480"/>
            <a:ext cx="2542032" cy="1463040"/>
          </a:xfrm>
          <a:prstGeom prst="rect">
            <a:avLst/>
          </a:prstGeom>
          <a:solidFill>
            <a:srgbClr val="0F1F1A"/>
          </a:solidFill>
          <a:ln w="6350">
            <a:solidFill>
              <a:srgbClr val="A8874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1554480"/>
            <a:ext cx="45720" cy="1463040"/>
          </a:xfrm>
          <a:prstGeom prst="rect">
            <a:avLst/>
          </a:prstGeom>
          <a:solidFill>
            <a:srgbClr val="A88748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8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56432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Studio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56432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Workshop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56432" y="2404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procedures, hazard basics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35624" y="1554480"/>
            <a:ext cx="2542032" cy="1463040"/>
          </a:xfrm>
          <a:prstGeom prst="rect">
            <a:avLst/>
          </a:prstGeom>
          <a:solidFill>
            <a:srgbClr val="0F1F1A"/>
          </a:solidFill>
          <a:ln w="6350">
            <a:solidFill>
              <a:srgbClr val="9E7E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1554480"/>
            <a:ext cx="45720" cy="1463040"/>
          </a:xfrm>
          <a:prstGeom prst="rect">
            <a:avLst/>
          </a:prstGeom>
          <a:solidFill>
            <a:srgbClr val="9E7E3E"/>
          </a:solidFill>
          <a:ln/>
        </p:spPr>
      </p:sp>
      <p:sp>
        <p:nvSpPr>
          <p:cNvPr id="22" name="Text 20"/>
          <p:cNvSpPr/>
          <p:nvPr/>
        </p:nvSpPr>
        <p:spPr>
          <a:xfrm>
            <a:off x="6272784" y="1664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E7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72784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Atelier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72784" y="2057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Centre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2404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coaching, shadowing plan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246120"/>
            <a:ext cx="2542032" cy="1463040"/>
          </a:xfrm>
          <a:prstGeom prst="rect">
            <a:avLst/>
          </a:prstGeom>
          <a:solidFill>
            <a:srgbClr val="0F1F1A"/>
          </a:solidFill>
          <a:ln w="6350">
            <a:solidFill>
              <a:srgbClr val="8A6E3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246120"/>
            <a:ext cx="45720" cy="1463040"/>
          </a:xfrm>
          <a:prstGeom prst="rect">
            <a:avLst/>
          </a:prstGeom>
          <a:solidFill>
            <a:srgbClr val="8A6E3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355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Lounge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Policies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handling, conduct, escalation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9272" y="3246120"/>
            <a:ext cx="2542032" cy="1463040"/>
          </a:xfrm>
          <a:prstGeom prst="rect">
            <a:avLst/>
          </a:prstGeom>
          <a:solidFill>
            <a:srgbClr val="0F1F1A"/>
          </a:solidFill>
          <a:ln w="6350">
            <a:solidFill>
              <a:srgbClr val="6EE4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9272" y="3246120"/>
            <a:ext cx="45720" cy="1463040"/>
          </a:xfrm>
          <a:prstGeom prst="rect">
            <a:avLst/>
          </a:prstGeom>
          <a:solidFill>
            <a:srgbClr val="6EE4C1"/>
          </a:solidFill>
          <a:ln/>
        </p:spPr>
      </p:sp>
      <p:sp>
        <p:nvSpPr>
          <p:cNvPr id="34" name="Text 32"/>
          <p:cNvSpPr/>
          <p:nvPr/>
        </p:nvSpPr>
        <p:spPr>
          <a:xfrm>
            <a:off x="3456432" y="3355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56432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Salon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56432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Hub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56432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team, roles, handoffs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35624" y="3246120"/>
            <a:ext cx="2542032" cy="1463040"/>
          </a:xfrm>
          <a:prstGeom prst="rect">
            <a:avLst/>
          </a:prstGeom>
          <a:solidFill>
            <a:srgbClr val="0F1F1A"/>
          </a:solidFill>
          <a:ln w="6350">
            <a:solidFill>
              <a:srgbClr val="7EF0C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35624" y="3246120"/>
            <a:ext cx="45720" cy="1463040"/>
          </a:xfrm>
          <a:prstGeom prst="rect">
            <a:avLst/>
          </a:prstGeom>
          <a:solidFill>
            <a:srgbClr val="7EF0CF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3355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EF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06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72784" y="3520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Suite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2784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&amp; Support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72784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Perks, wellbeing, where to get help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BONNET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it work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77724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Third-person campus driving with camera shake and drift physics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Road-constrained movement — you can't skip modules out of order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zones with animated signs, halos, and scene lighting shifts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10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and level progression across 5 tiers with 8 unlockable achievements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136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audio engine — V8 soundscape that reacts to speed and zone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901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scenarios — decisions tracked in session, visible in admin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4048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Focus-track personalisation: Retail, Events, Ops, Aftersales, Digital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9077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session sync with shareable resume links and access codes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410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— completion rates, decision posture, CSV export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9136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session store, ready to swap for PostgreSQL or HRIS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62272" y="1554480"/>
            <a:ext cx="36576" cy="3200400"/>
          </a:xfrm>
          <a:prstGeom prst="rect">
            <a:avLst/>
          </a:prstGeom>
          <a:solidFill>
            <a:srgbClr val="B9965A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production-grade foundations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96012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00200"/>
            <a:ext cx="3931920" cy="86868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00200"/>
            <a:ext cx="45720" cy="86868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components, API routes, SQLite session 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600200"/>
            <a:ext cx="3931920" cy="86868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600200"/>
            <a:ext cx="45720" cy="86868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Three Fiber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3D campus world, procedural road geometry, physics, camera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97480"/>
            <a:ext cx="3931920" cy="86868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697480"/>
            <a:ext cx="45720" cy="86868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screen transitions, checkpoint overlay animations, parallax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697480"/>
            <a:ext cx="3931920" cy="86868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697480"/>
            <a:ext cx="45720" cy="86868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typing throughout — state machine, progression, modules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3931920" cy="86868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794760"/>
            <a:ext cx="45720" cy="86868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CSS 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premium utility styling with CSS custom properties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794760"/>
            <a:ext cx="3931920" cy="86868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794760"/>
            <a:ext cx="45720" cy="86868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V8 engine audio — speed reactive, zone adaptive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ANALYTICS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has full visibility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73152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361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dashboard at /admin gives HR and programme leads a live view of every onboarding session — without touching the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2542032" cy="11430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40280"/>
            <a:ext cx="45720" cy="11430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onboarding sessions started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2240280"/>
            <a:ext cx="2542032" cy="11430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2240280"/>
            <a:ext cx="45720" cy="11430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new joiners finishing all 6 modules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2240280"/>
            <a:ext cx="2542032" cy="11430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2240280"/>
            <a:ext cx="45720" cy="11430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2784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risk vs considered choices per joiner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611880"/>
            <a:ext cx="2542032" cy="11430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611880"/>
            <a:ext cx="45720" cy="11430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Track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Events / Operations / Aftersales split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9272" y="3611880"/>
            <a:ext cx="2542032" cy="11430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9272" y="3611880"/>
            <a:ext cx="45720" cy="11430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 Drop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56432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modules see the highest abandonment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3611880"/>
            <a:ext cx="2542032" cy="11430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3611880"/>
            <a:ext cx="45720" cy="11430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3703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 Export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 of any filtered session slice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motion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8580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walkthrough for the demo: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47472" cy="347472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208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— land on the hero screen. Point out the Jaguar brand tone and the "Launch the Drive" CTA.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87752"/>
            <a:ext cx="347472" cy="347472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96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cockpit form. Fill in a name, select a role (e.g. Retail Experience), and choose a start date.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347472" cy="347472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1729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wheel — drive to the nearest checkpoint. Show the road network, lighting, and HUD.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39896"/>
            <a:ext cx="347472" cy="347472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749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Checkpoint 1 (HR Introduction). Walk through one choice step and the checklist.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315968"/>
            <a:ext cx="347472" cy="347472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251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admin dashboard at /admin — sessions table, completion rate, and decision posture chart.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0" y="47548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71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production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777240" cy="36576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HRIS via the employee directory HTTP provider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sample data with live Workday / SuccessFactors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Jaguar campus imagery as zone backgrounds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email notifications when a new joiner completes onboarding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procedural world with photogrammetry Jaguar campus scans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checkpoint modules into full multi-day learning journeys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LMS (Cornerstone, Degreed) for tracked completion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manager dashboard and 30/60/90-day progress 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62272" y="1572768"/>
            <a:ext cx="36576" cy="2834640"/>
          </a:xfrm>
          <a:prstGeom prst="rect">
            <a:avLst/>
          </a:prstGeom>
          <a:solidFill>
            <a:srgbClr val="B9965A">
              <a:alpha val="3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0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C1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411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9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LAND ROVER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great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starts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onboarding.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" y="3291840"/>
            <a:ext cx="3200400" cy="27432"/>
          </a:xfrm>
          <a:prstGeom prst="rect">
            <a:avLst/>
          </a:prstGeom>
          <a:solidFill>
            <a:srgbClr val="B9965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34930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C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4005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457200"/>
            <a:ext cx="1371600" cy="201168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822960"/>
            <a:ext cx="914400" cy="164592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005840"/>
            <a:ext cx="822960" cy="146304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926080"/>
            <a:ext cx="822960" cy="164592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3200400"/>
            <a:ext cx="1280160" cy="13716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017520"/>
            <a:ext cx="822960" cy="1828800"/>
          </a:xfrm>
          <a:prstGeom prst="rect">
            <a:avLst/>
          </a:prstGeom>
          <a:solidFill>
            <a:srgbClr val="0F1F1A"/>
          </a:solidFill>
          <a:ln w="6350">
            <a:solidFill>
              <a:srgbClr val="B99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60020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0920" y="182880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201168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19" name="Shape 17"/>
          <p:cNvSpPr/>
          <p:nvPr/>
        </p:nvSpPr>
        <p:spPr>
          <a:xfrm>
            <a:off x="5989320" y="370332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388620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  <p:sp>
        <p:nvSpPr>
          <p:cNvPr id="21" name="Shape 19"/>
          <p:cNvSpPr/>
          <p:nvPr/>
        </p:nvSpPr>
        <p:spPr>
          <a:xfrm>
            <a:off x="8458200" y="3840480"/>
            <a:ext cx="182880" cy="182880"/>
          </a:xfrm>
          <a:prstGeom prst="ellipse">
            <a:avLst/>
          </a:prstGeom>
          <a:solidFill>
            <a:srgbClr val="B9965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Jaguar House — Gamified Employee Onboarding</dc:title>
  <dc:subject>PptxGenJS Presentation</dc:subject>
  <dc:creator>Jaguar House</dc:creator>
  <cp:lastModifiedBy>Jaguar House</cp:lastModifiedBy>
  <cp:revision>1</cp:revision>
  <dcterms:created xsi:type="dcterms:W3CDTF">2026-03-18T16:59:57Z</dcterms:created>
  <dcterms:modified xsi:type="dcterms:W3CDTF">2026-03-18T16:59:57Z</dcterms:modified>
</cp:coreProperties>
</file>